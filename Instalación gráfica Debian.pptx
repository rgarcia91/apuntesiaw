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8C6CA-CDC4-4B11-A958-7080376C074F}" v="10" dt="2024-09-19T19:54:30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ESO PASTOR, FRANCISCO ALFONSO" userId="cf5c83fb-995d-4a31-a601-a533753b0ff3" providerId="ADAL" clId="{A808C6CA-CDC4-4B11-A958-7080376C074F}"/>
    <pc:docChg chg="custSel addSld delSld modSld sldOrd">
      <pc:chgData name="HUESO PASTOR, FRANCISCO ALFONSO" userId="cf5c83fb-995d-4a31-a601-a533753b0ff3" providerId="ADAL" clId="{A808C6CA-CDC4-4B11-A958-7080376C074F}" dt="2024-09-19T20:01:49.038" v="1231" actId="313"/>
      <pc:docMkLst>
        <pc:docMk/>
      </pc:docMkLst>
      <pc:sldChg chg="addSp delSp modSp mod modClrScheme chgLayout">
        <pc:chgData name="HUESO PASTOR, FRANCISCO ALFONSO" userId="cf5c83fb-995d-4a31-a601-a533753b0ff3" providerId="ADAL" clId="{A808C6CA-CDC4-4B11-A958-7080376C074F}" dt="2024-09-19T19:58:32.356" v="739" actId="20577"/>
        <pc:sldMkLst>
          <pc:docMk/>
          <pc:sldMk cId="841782225" sldId="256"/>
        </pc:sldMkLst>
        <pc:spChg chg="mod ord">
          <ac:chgData name="HUESO PASTOR, FRANCISCO ALFONSO" userId="cf5c83fb-995d-4a31-a601-a533753b0ff3" providerId="ADAL" clId="{A808C6CA-CDC4-4B11-A958-7080376C074F}" dt="2024-09-19T19:58:18.268" v="679" actId="20577"/>
          <ac:spMkLst>
            <pc:docMk/>
            <pc:sldMk cId="841782225" sldId="256"/>
            <ac:spMk id="6" creationId="{ED9C12DA-B2F8-8A20-F8F7-1079EDD584F2}"/>
          </ac:spMkLst>
        </pc:spChg>
        <pc:spChg chg="del mod ord">
          <ac:chgData name="HUESO PASTOR, FRANCISCO ALFONSO" userId="cf5c83fb-995d-4a31-a601-a533753b0ff3" providerId="ADAL" clId="{A808C6CA-CDC4-4B11-A958-7080376C074F}" dt="2024-09-19T19:58:01.545" v="638" actId="700"/>
          <ac:spMkLst>
            <pc:docMk/>
            <pc:sldMk cId="841782225" sldId="256"/>
            <ac:spMk id="7" creationId="{A66B49EA-7A33-F7F3-72A7-ABC4EEB43990}"/>
          </ac:spMkLst>
        </pc:spChg>
        <pc:spChg chg="add mod ord">
          <ac:chgData name="HUESO PASTOR, FRANCISCO ALFONSO" userId="cf5c83fb-995d-4a31-a601-a533753b0ff3" providerId="ADAL" clId="{A808C6CA-CDC4-4B11-A958-7080376C074F}" dt="2024-09-19T19:58:01.545" v="638" actId="700"/>
          <ac:spMkLst>
            <pc:docMk/>
            <pc:sldMk cId="841782225" sldId="256"/>
            <ac:spMk id="8" creationId="{FFE7E6CE-17C5-15B6-8127-F58050868E59}"/>
          </ac:spMkLst>
        </pc:spChg>
        <pc:spChg chg="add mod ord">
          <ac:chgData name="HUESO PASTOR, FRANCISCO ALFONSO" userId="cf5c83fb-995d-4a31-a601-a533753b0ff3" providerId="ADAL" clId="{A808C6CA-CDC4-4B11-A958-7080376C074F}" dt="2024-09-19T19:58:32.356" v="739" actId="20577"/>
          <ac:spMkLst>
            <pc:docMk/>
            <pc:sldMk cId="841782225" sldId="256"/>
            <ac:spMk id="9" creationId="{DBADF19B-27A9-EDC4-C79B-3A3705C6D5BA}"/>
          </ac:spMkLst>
        </pc:spChg>
        <pc:picChg chg="mod">
          <ac:chgData name="HUESO PASTOR, FRANCISCO ALFONSO" userId="cf5c83fb-995d-4a31-a601-a533753b0ff3" providerId="ADAL" clId="{A808C6CA-CDC4-4B11-A958-7080376C074F}" dt="2024-09-19T19:58:07.950" v="641" actId="14100"/>
          <ac:picMkLst>
            <pc:docMk/>
            <pc:sldMk cId="841782225" sldId="256"/>
            <ac:picMk id="5" creationId="{44E91B2E-1EBD-3524-9749-758D80636862}"/>
          </ac:picMkLst>
        </pc:picChg>
      </pc:sldChg>
      <pc:sldChg chg="addSp modSp mod">
        <pc:chgData name="HUESO PASTOR, FRANCISCO ALFONSO" userId="cf5c83fb-995d-4a31-a601-a533753b0ff3" providerId="ADAL" clId="{A808C6CA-CDC4-4B11-A958-7080376C074F}" dt="2024-09-19T19:50:59.262" v="131" actId="20577"/>
        <pc:sldMkLst>
          <pc:docMk/>
          <pc:sldMk cId="1125891033" sldId="278"/>
        </pc:sldMkLst>
        <pc:spChg chg="mod">
          <ac:chgData name="HUESO PASTOR, FRANCISCO ALFONSO" userId="cf5c83fb-995d-4a31-a601-a533753b0ff3" providerId="ADAL" clId="{A808C6CA-CDC4-4B11-A958-7080376C074F}" dt="2024-09-19T19:50:27.254" v="10" actId="20577"/>
          <ac:spMkLst>
            <pc:docMk/>
            <pc:sldMk cId="1125891033" sldId="278"/>
            <ac:spMk id="2" creationId="{0AB008FA-2CF8-EAB0-42A0-962ED55D8630}"/>
          </ac:spMkLst>
        </pc:spChg>
        <pc:spChg chg="mod">
          <ac:chgData name="HUESO PASTOR, FRANCISCO ALFONSO" userId="cf5c83fb-995d-4a31-a601-a533753b0ff3" providerId="ADAL" clId="{A808C6CA-CDC4-4B11-A958-7080376C074F}" dt="2024-09-19T19:50:59.262" v="131" actId="20577"/>
          <ac:spMkLst>
            <pc:docMk/>
            <pc:sldMk cId="1125891033" sldId="278"/>
            <ac:spMk id="4" creationId="{A703526A-A029-F49D-0C36-0E8B3DF46EEC}"/>
          </ac:spMkLst>
        </pc:spChg>
        <pc:picChg chg="add mod">
          <ac:chgData name="HUESO PASTOR, FRANCISCO ALFONSO" userId="cf5c83fb-995d-4a31-a601-a533753b0ff3" providerId="ADAL" clId="{A808C6CA-CDC4-4B11-A958-7080376C074F}" dt="2024-09-19T19:50:24.478" v="2" actId="14100"/>
          <ac:picMkLst>
            <pc:docMk/>
            <pc:sldMk cId="1125891033" sldId="278"/>
            <ac:picMk id="6" creationId="{A44F7033-0269-50F5-16F6-91DA8FABD926}"/>
          </ac:picMkLst>
        </pc:picChg>
      </pc:sldChg>
      <pc:sldChg chg="addSp new mod">
        <pc:chgData name="HUESO PASTOR, FRANCISCO ALFONSO" userId="cf5c83fb-995d-4a31-a601-a533753b0ff3" providerId="ADAL" clId="{A808C6CA-CDC4-4B11-A958-7080376C074F}" dt="2024-09-19T19:50:48.531" v="73" actId="22"/>
        <pc:sldMkLst>
          <pc:docMk/>
          <pc:sldMk cId="436118920" sldId="279"/>
        </pc:sldMkLst>
        <pc:picChg chg="add">
          <ac:chgData name="HUESO PASTOR, FRANCISCO ALFONSO" userId="cf5c83fb-995d-4a31-a601-a533753b0ff3" providerId="ADAL" clId="{A808C6CA-CDC4-4B11-A958-7080376C074F}" dt="2024-09-19T19:50:48.531" v="73" actId="22"/>
          <ac:picMkLst>
            <pc:docMk/>
            <pc:sldMk cId="436118920" sldId="279"/>
            <ac:picMk id="6" creationId="{AC6BB9BD-B6E2-70D7-1100-6035EE2FCB76}"/>
          </ac:picMkLst>
        </pc:picChg>
      </pc:sldChg>
      <pc:sldChg chg="addSp modSp new mod">
        <pc:chgData name="HUESO PASTOR, FRANCISCO ALFONSO" userId="cf5c83fb-995d-4a31-a601-a533753b0ff3" providerId="ADAL" clId="{A808C6CA-CDC4-4B11-A958-7080376C074F}" dt="2024-09-19T19:52:48.939" v="363" actId="20577"/>
        <pc:sldMkLst>
          <pc:docMk/>
          <pc:sldMk cId="2624964823" sldId="280"/>
        </pc:sldMkLst>
        <pc:spChg chg="mod">
          <ac:chgData name="HUESO PASTOR, FRANCISCO ALFONSO" userId="cf5c83fb-995d-4a31-a601-a533753b0ff3" providerId="ADAL" clId="{A808C6CA-CDC4-4B11-A958-7080376C074F}" dt="2024-09-19T19:51:46.188" v="156" actId="20577"/>
          <ac:spMkLst>
            <pc:docMk/>
            <pc:sldMk cId="2624964823" sldId="280"/>
            <ac:spMk id="2" creationId="{512DF9E8-BE9F-CB97-BE2B-98ADFB4C4972}"/>
          </ac:spMkLst>
        </pc:spChg>
        <pc:spChg chg="mod">
          <ac:chgData name="HUESO PASTOR, FRANCISCO ALFONSO" userId="cf5c83fb-995d-4a31-a601-a533753b0ff3" providerId="ADAL" clId="{A808C6CA-CDC4-4B11-A958-7080376C074F}" dt="2024-09-19T19:52:48.939" v="363" actId="20577"/>
          <ac:spMkLst>
            <pc:docMk/>
            <pc:sldMk cId="2624964823" sldId="280"/>
            <ac:spMk id="4" creationId="{87EB0220-F67F-B191-D999-67BC036CCFE4}"/>
          </ac:spMkLst>
        </pc:spChg>
        <pc:picChg chg="add mod">
          <ac:chgData name="HUESO PASTOR, FRANCISCO ALFONSO" userId="cf5c83fb-995d-4a31-a601-a533753b0ff3" providerId="ADAL" clId="{A808C6CA-CDC4-4B11-A958-7080376C074F}" dt="2024-09-19T19:51:40.988" v="135" actId="14100"/>
          <ac:picMkLst>
            <pc:docMk/>
            <pc:sldMk cId="2624964823" sldId="280"/>
            <ac:picMk id="6" creationId="{43C8AAA2-AB45-9BB5-FA80-F8AC4B04FE16}"/>
          </ac:picMkLst>
        </pc:picChg>
      </pc:sldChg>
      <pc:sldChg chg="addSp delSp modSp new mod setBg modClrScheme chgLayout">
        <pc:chgData name="HUESO PASTOR, FRANCISCO ALFONSO" userId="cf5c83fb-995d-4a31-a601-a533753b0ff3" providerId="ADAL" clId="{A808C6CA-CDC4-4B11-A958-7080376C074F}" dt="2024-09-19T20:01:49.038" v="1231" actId="313"/>
        <pc:sldMkLst>
          <pc:docMk/>
          <pc:sldMk cId="37234142" sldId="281"/>
        </pc:sldMkLst>
        <pc:spChg chg="del mod ord">
          <ac:chgData name="HUESO PASTOR, FRANCISCO ALFONSO" userId="cf5c83fb-995d-4a31-a601-a533753b0ff3" providerId="ADAL" clId="{A808C6CA-CDC4-4B11-A958-7080376C074F}" dt="2024-09-19T19:52:57.081" v="365" actId="700"/>
          <ac:spMkLst>
            <pc:docMk/>
            <pc:sldMk cId="37234142" sldId="281"/>
            <ac:spMk id="2" creationId="{D7E21822-1373-AD3F-C638-C6AE5806CCF4}"/>
          </ac:spMkLst>
        </pc:spChg>
        <pc:spChg chg="del">
          <ac:chgData name="HUESO PASTOR, FRANCISCO ALFONSO" userId="cf5c83fb-995d-4a31-a601-a533753b0ff3" providerId="ADAL" clId="{A808C6CA-CDC4-4B11-A958-7080376C074F}" dt="2024-09-19T19:52:57.081" v="365" actId="700"/>
          <ac:spMkLst>
            <pc:docMk/>
            <pc:sldMk cId="37234142" sldId="281"/>
            <ac:spMk id="3" creationId="{F4D6DB57-DC61-C8FE-25DF-112EFAD84ED5}"/>
          </ac:spMkLst>
        </pc:spChg>
        <pc:spChg chg="del mod ord">
          <ac:chgData name="HUESO PASTOR, FRANCISCO ALFONSO" userId="cf5c83fb-995d-4a31-a601-a533753b0ff3" providerId="ADAL" clId="{A808C6CA-CDC4-4B11-A958-7080376C074F}" dt="2024-09-19T19:52:57.081" v="365" actId="700"/>
          <ac:spMkLst>
            <pc:docMk/>
            <pc:sldMk cId="37234142" sldId="281"/>
            <ac:spMk id="4" creationId="{E669C082-79E0-0BF2-9288-9660ABA09EC1}"/>
          </ac:spMkLst>
        </pc:spChg>
        <pc:spChg chg="add del mod ord">
          <ac:chgData name="HUESO PASTOR, FRANCISCO ALFONSO" userId="cf5c83fb-995d-4a31-a601-a533753b0ff3" providerId="ADAL" clId="{A808C6CA-CDC4-4B11-A958-7080376C074F}" dt="2024-09-19T19:53:06.854" v="366" actId="700"/>
          <ac:spMkLst>
            <pc:docMk/>
            <pc:sldMk cId="37234142" sldId="281"/>
            <ac:spMk id="5" creationId="{80A72EE6-75B6-0138-4F9E-EA6069084601}"/>
          </ac:spMkLst>
        </pc:spChg>
        <pc:spChg chg="add del mod ord">
          <ac:chgData name="HUESO PASTOR, FRANCISCO ALFONSO" userId="cf5c83fb-995d-4a31-a601-a533753b0ff3" providerId="ADAL" clId="{A808C6CA-CDC4-4B11-A958-7080376C074F}" dt="2024-09-19T19:53:06.854" v="366" actId="700"/>
          <ac:spMkLst>
            <pc:docMk/>
            <pc:sldMk cId="37234142" sldId="281"/>
            <ac:spMk id="6" creationId="{9D3EDABC-590C-35D8-D92C-5B1D94188B36}"/>
          </ac:spMkLst>
        </pc:spChg>
        <pc:spChg chg="add mod ord">
          <ac:chgData name="HUESO PASTOR, FRANCISCO ALFONSO" userId="cf5c83fb-995d-4a31-a601-a533753b0ff3" providerId="ADAL" clId="{A808C6CA-CDC4-4B11-A958-7080376C074F}" dt="2024-09-19T19:56:28.822" v="619" actId="20577"/>
          <ac:spMkLst>
            <pc:docMk/>
            <pc:sldMk cId="37234142" sldId="281"/>
            <ac:spMk id="7" creationId="{604FF854-0965-406F-90BB-75D306F4E0F2}"/>
          </ac:spMkLst>
        </pc:spChg>
        <pc:spChg chg="add mod ord">
          <ac:chgData name="HUESO PASTOR, FRANCISCO ALFONSO" userId="cf5c83fb-995d-4a31-a601-a533753b0ff3" providerId="ADAL" clId="{A808C6CA-CDC4-4B11-A958-7080376C074F}" dt="2024-09-19T20:01:49.038" v="1231" actId="313"/>
          <ac:spMkLst>
            <pc:docMk/>
            <pc:sldMk cId="37234142" sldId="281"/>
            <ac:spMk id="8" creationId="{B2DE97CD-CB11-85FB-DB3F-48EF94E67BC0}"/>
          </ac:spMkLst>
        </pc:spChg>
        <pc:spChg chg="add">
          <ac:chgData name="HUESO PASTOR, FRANCISCO ALFONSO" userId="cf5c83fb-995d-4a31-a601-a533753b0ff3" providerId="ADAL" clId="{A808C6CA-CDC4-4B11-A958-7080376C074F}" dt="2024-09-19T19:53:49.995" v="485"/>
          <ac:spMkLst>
            <pc:docMk/>
            <pc:sldMk cId="37234142" sldId="281"/>
            <ac:spMk id="9" creationId="{0860D039-A0E8-AB56-B0FB-8B45615EE68F}"/>
          </ac:spMkLst>
        </pc:spChg>
        <pc:spChg chg="add">
          <ac:chgData name="HUESO PASTOR, FRANCISCO ALFONSO" userId="cf5c83fb-995d-4a31-a601-a533753b0ff3" providerId="ADAL" clId="{A808C6CA-CDC4-4B11-A958-7080376C074F}" dt="2024-09-19T19:53:54.356" v="489"/>
          <ac:spMkLst>
            <pc:docMk/>
            <pc:sldMk cId="37234142" sldId="281"/>
            <ac:spMk id="10" creationId="{F25F8EFD-00B2-93EE-E511-9958360319FE}"/>
          </ac:spMkLst>
        </pc:spChg>
        <pc:spChg chg="add">
          <ac:chgData name="HUESO PASTOR, FRANCISCO ALFONSO" userId="cf5c83fb-995d-4a31-a601-a533753b0ff3" providerId="ADAL" clId="{A808C6CA-CDC4-4B11-A958-7080376C074F}" dt="2024-09-19T19:54:05.831" v="493"/>
          <ac:spMkLst>
            <pc:docMk/>
            <pc:sldMk cId="37234142" sldId="281"/>
            <ac:spMk id="11" creationId="{9773F806-B06F-2C61-42CE-820238BED00F}"/>
          </ac:spMkLst>
        </pc:spChg>
        <pc:spChg chg="add">
          <ac:chgData name="HUESO PASTOR, FRANCISCO ALFONSO" userId="cf5c83fb-995d-4a31-a601-a533753b0ff3" providerId="ADAL" clId="{A808C6CA-CDC4-4B11-A958-7080376C074F}" dt="2024-09-19T19:54:17.391" v="497"/>
          <ac:spMkLst>
            <pc:docMk/>
            <pc:sldMk cId="37234142" sldId="281"/>
            <ac:spMk id="12" creationId="{1F9DA301-A503-CB06-0D0B-D7FBC2DB22C3}"/>
          </ac:spMkLst>
        </pc:spChg>
        <pc:spChg chg="add">
          <ac:chgData name="HUESO PASTOR, FRANCISCO ALFONSO" userId="cf5c83fb-995d-4a31-a601-a533753b0ff3" providerId="ADAL" clId="{A808C6CA-CDC4-4B11-A958-7080376C074F}" dt="2024-09-19T19:54:29.139" v="499"/>
          <ac:spMkLst>
            <pc:docMk/>
            <pc:sldMk cId="37234142" sldId="281"/>
            <ac:spMk id="13" creationId="{873E7CC7-92A1-3B8A-1536-8E039539840E}"/>
          </ac:spMkLst>
        </pc:spChg>
      </pc:sldChg>
      <pc:sldChg chg="addSp new del mod">
        <pc:chgData name="HUESO PASTOR, FRANCISCO ALFONSO" userId="cf5c83fb-995d-4a31-a601-a533753b0ff3" providerId="ADAL" clId="{A808C6CA-CDC4-4B11-A958-7080376C074F}" dt="2024-09-19T19:57:53.854" v="637" actId="47"/>
        <pc:sldMkLst>
          <pc:docMk/>
          <pc:sldMk cId="1857095281" sldId="282"/>
        </pc:sldMkLst>
        <pc:picChg chg="add">
          <ac:chgData name="HUESO PASTOR, FRANCISCO ALFONSO" userId="cf5c83fb-995d-4a31-a601-a533753b0ff3" providerId="ADAL" clId="{A808C6CA-CDC4-4B11-A958-7080376C074F}" dt="2024-09-19T19:57:31.780" v="630" actId="22"/>
          <ac:picMkLst>
            <pc:docMk/>
            <pc:sldMk cId="1857095281" sldId="282"/>
            <ac:picMk id="5" creationId="{80A27880-6736-A64B-1172-94903DA042A0}"/>
          </ac:picMkLst>
        </pc:picChg>
      </pc:sldChg>
      <pc:sldChg chg="addSp delSp modSp add mod ord modClrScheme chgLayout">
        <pc:chgData name="HUESO PASTOR, FRANCISCO ALFONSO" userId="cf5c83fb-995d-4a31-a601-a533753b0ff3" providerId="ADAL" clId="{A808C6CA-CDC4-4B11-A958-7080376C074F}" dt="2024-09-19T20:00:50.177" v="1230" actId="20577"/>
        <pc:sldMkLst>
          <pc:docMk/>
          <pc:sldMk cId="2181390458" sldId="283"/>
        </pc:sldMkLst>
        <pc:spChg chg="add mod ord">
          <ac:chgData name="HUESO PASTOR, FRANCISCO ALFONSO" userId="cf5c83fb-995d-4a31-a601-a533753b0ff3" providerId="ADAL" clId="{A808C6CA-CDC4-4B11-A958-7080376C074F}" dt="2024-09-19T19:58:54.541" v="742" actId="700"/>
          <ac:spMkLst>
            <pc:docMk/>
            <pc:sldMk cId="2181390458" sldId="283"/>
            <ac:spMk id="4" creationId="{C752F85D-1B6A-9F2B-F0B5-37D9805E20C8}"/>
          </ac:spMkLst>
        </pc:spChg>
        <pc:spChg chg="mod ord">
          <ac:chgData name="HUESO PASTOR, FRANCISCO ALFONSO" userId="cf5c83fb-995d-4a31-a601-a533753b0ff3" providerId="ADAL" clId="{A808C6CA-CDC4-4B11-A958-7080376C074F}" dt="2024-09-19T19:58:54.541" v="742" actId="700"/>
          <ac:spMkLst>
            <pc:docMk/>
            <pc:sldMk cId="2181390458" sldId="283"/>
            <ac:spMk id="6" creationId="{ED9C12DA-B2F8-8A20-F8F7-1079EDD584F2}"/>
          </ac:spMkLst>
        </pc:spChg>
        <pc:spChg chg="del mod ord">
          <ac:chgData name="HUESO PASTOR, FRANCISCO ALFONSO" userId="cf5c83fb-995d-4a31-a601-a533753b0ff3" providerId="ADAL" clId="{A808C6CA-CDC4-4B11-A958-7080376C074F}" dt="2024-09-19T19:58:54.541" v="742" actId="700"/>
          <ac:spMkLst>
            <pc:docMk/>
            <pc:sldMk cId="2181390458" sldId="283"/>
            <ac:spMk id="7" creationId="{A66B49EA-7A33-F7F3-72A7-ABC4EEB43990}"/>
          </ac:spMkLst>
        </pc:spChg>
        <pc:spChg chg="add mod ord">
          <ac:chgData name="HUESO PASTOR, FRANCISCO ALFONSO" userId="cf5c83fb-995d-4a31-a601-a533753b0ff3" providerId="ADAL" clId="{A808C6CA-CDC4-4B11-A958-7080376C074F}" dt="2024-09-19T20:00:50.177" v="1230" actId="20577"/>
          <ac:spMkLst>
            <pc:docMk/>
            <pc:sldMk cId="2181390458" sldId="283"/>
            <ac:spMk id="8" creationId="{BB137063-058D-1E2B-2C49-D5060AEFF613}"/>
          </ac:spMkLst>
        </pc:spChg>
        <pc:picChg chg="add mod">
          <ac:chgData name="HUESO PASTOR, FRANCISCO ALFONSO" userId="cf5c83fb-995d-4a31-a601-a533753b0ff3" providerId="ADAL" clId="{A808C6CA-CDC4-4B11-A958-7080376C074F}" dt="2024-09-19T19:59:00.063" v="745" actId="14100"/>
          <ac:picMkLst>
            <pc:docMk/>
            <pc:sldMk cId="2181390458" sldId="283"/>
            <ac:picMk id="3" creationId="{9DE81870-01FB-B534-842F-EE197A3E4D68}"/>
          </ac:picMkLst>
        </pc:picChg>
        <pc:picChg chg="del">
          <ac:chgData name="HUESO PASTOR, FRANCISCO ALFONSO" userId="cf5c83fb-995d-4a31-a601-a533753b0ff3" providerId="ADAL" clId="{A808C6CA-CDC4-4B11-A958-7080376C074F}" dt="2024-09-19T19:58:47.652" v="741" actId="478"/>
          <ac:picMkLst>
            <pc:docMk/>
            <pc:sldMk cId="2181390458" sldId="283"/>
            <ac:picMk id="5" creationId="{44E91B2E-1EBD-3524-9749-758D806368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F8BBB-F0AE-B29F-D978-60215302D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00B9DA-2037-5CF1-CECF-475AEB70C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A44E8E-0640-0692-CFC5-34B3584C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62D940-4D3A-55F3-9F97-D9D61A77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3513A-F07B-985F-9A67-D69D1E15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29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AD7F4-B491-5ABF-7303-DF424546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EC128-234A-D4C4-1308-AD03DF218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375A24-4BAE-F394-CC3F-8F19DCBF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E0657-9C55-190F-5997-0E3880380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8884A3-2823-4A64-8001-4DAFB9DE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24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08858-6F83-A131-B5CF-6F6DC15C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5AB53C-AB7F-E664-F764-A53630750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E11F08-9346-B9FD-CE39-60E0957A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30BDF-9F51-83D8-CDE5-E5CA72AD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76290-442C-E945-31AB-D00ECAFF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076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E1AE1-06C3-9A23-92E3-D26FE416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729E08-F9BA-C3AD-5612-A31B0CA39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DD19CB-41BA-ED7E-9588-23B02775B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EECB4C-95D2-ECBF-6CCE-6F07BF01F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67F87C-858F-C21F-200E-ED479C7D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B164C0-666B-9F4F-20D4-7BABAD56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820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7420B-708C-7E40-6901-387F5B78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8C600-CD62-8640-50D5-35CC838FD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E5DF22-50A5-F440-1980-E6A1F2B10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9F5A49-52BA-067F-9746-7D74FCD6E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899285-81A9-8BA4-67D6-0E3BA788A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BB59F1-A3BC-4FFE-E660-319B5300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D0D9F6-BB04-E7F9-9749-EA1DBA63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5429EC-AB18-3750-9D9E-D9245900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520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DB21A-C6A6-B5AF-EABC-01AD39BA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284134-2F98-DC48-6881-D3FDED05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B7B71A-6556-3BF5-638B-4FFCBED9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182D27-7737-B252-A5C8-D64D9C52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762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F2338C-1CC3-74AA-8F4B-DB75C872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F818717-14EC-25DC-3AE5-A41933E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7C08E1-2AA6-1310-9B36-5322F467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358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E844A-743F-D676-12CB-F02A6C02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0249AF-9CF3-B36A-228B-CF33CA7A1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87F812-0D24-92B2-FACC-96816B1A0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192553-3FCD-5CC5-895E-852E5255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18A561-A089-5C15-5797-D5B12183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A20B36-CD3E-B9CE-D2DD-83B772CB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4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01ED2-03CB-7858-B7D1-B5FB1E2A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BBFB49-60D1-2246-3F63-2649E410D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1F8753-F944-CB49-419B-EEE711ABD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24E191-B2AD-A7F5-40C3-A54AAEE5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0E509A-FFB4-3D26-6806-66BCE425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F29184-2F48-1649-5B36-8EA5975E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31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CDFED-5938-C76B-5B3D-3724F15F9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FBAA5E-8BC2-D651-D150-C90C32414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8B448-CB85-9DF1-4695-9D6F2BDF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0799D6-CA68-581B-5616-229D7D8B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F9B80-D618-CB34-FDC5-6A89F0C2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41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4C2874-15CF-AB92-E2F7-842DA137C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E8BD65-EF4B-36EE-1D30-9DA2F37A5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F3E88E-ACF6-0B8C-B4BF-27AC9B62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8A7C4A-8C33-1513-5CDE-2C1A33C0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FA46BE-F844-66E9-3B02-E9AE3E2F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71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0E0F0F-3D0A-89BA-22E9-CE3DF27C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FDF7D1-E306-0266-5F6C-D9674277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BE5A0-DEBF-85EB-3269-C71DA0F31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D4F54-AA62-4198-A089-41DCFD60B93F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E68A1-81E6-700D-0818-4D008AE54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76249-F7B1-ABAA-2B7A-23B1F5354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6EA36-38FE-4C03-BC14-FCB73795DE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176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D9C12DA-B2F8-8A20-F8F7-1079EDD5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instalación gráfica Debian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752F85D-1B6A-9F2B-F0B5-37D9805E20C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B137063-058D-1E2B-2C49-D5060AEFF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Creamos la máquina virtual a partir de la ISO descargada del sitio de Debian.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Activamos la opción de omitir la instalación desatendida para seguir los pasos de este tutorial.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 no seguirlos nos tocará cambiar la configuración de ubicación, teclado, y otros, si fuese necesario.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E81870-01FB-B534-842F-EE197A3E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69024" cy="477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9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D9C12DA-B2F8-8A20-F8F7-1079EDD5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Optamos por la instalación gráfica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FFE7E6CE-17C5-15B6-8127-F5805086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DBADF19B-27A9-EDC4-C79B-3A3705C6D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Es el método más sencillo y os permitirá seguir este manual.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E91B2E-1EBD-3524-9749-758D80636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7" y="987424"/>
            <a:ext cx="6193705" cy="4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8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89F6789-2589-393F-779F-D2A23C00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de idioma, ubicación y distribución de teclado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72162E7-1FF1-ACB3-0885-BCFBC54A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726984F-9C56-DA05-83EA-A1E9F93D6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40D3A74-9779-5FC4-C633-DC37EEE11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205728" cy="46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5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A300-41DC-7DFB-A69F-E41BCADC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56F4A6-EBB7-D1AA-4F5B-32F90573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68DEB2-52FE-BABD-72D6-A505B9F3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3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D23E6-85BA-FCA8-19E5-380796CE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7B3F59-42A8-733C-1AA6-CB568B667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F4F65F-FA71-E4DD-6021-11C3E436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9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CD77C52-9E27-FC41-60C2-5BC1627B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nombre de máquina y red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D2837C99-AC46-A8A0-A0CA-10B3E2185E0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C8134B1-D067-DE4B-528E-E66CCFF3D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Para este caso podemos dejar el nombre de la máquina por defecto y no es necesario rellenar ningún nombre de dominio en la siguiente diapositiva.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144C7E-5A8C-73D5-15B6-F6B766821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74600" cy="46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1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2106B-337A-4F5D-FE43-272E9395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05231-3B13-ED06-E80A-24A6D0A8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095219-0121-DD1A-FA97-23DABC75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E940AFA-1A26-EDD7-E699-FFA5C13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usuarios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E978B7B-8B5F-85A4-2844-D134207073E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D758662-9047-8AF3-D482-EB98E3066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Primero la contraseña del usuario </a:t>
            </a:r>
            <a:r>
              <a:rPr lang="es-ES" dirty="0" err="1"/>
              <a:t>root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Segundo el nombre de usuario final y su contraseña (este segundo usuario no es administrador)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F19DEA-1CF0-A3EB-E524-A6A51ED7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87169" cy="464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6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F5646-88EC-F4B3-0801-6CCFC814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BD84EC-1AD4-1239-91ED-8235F1781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FFF7E-C0F8-CC84-A427-896D81AD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7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C7F37-4D67-CB2E-BC6B-7B1EA2AA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ACE5B2-7A9E-CCFC-F3FA-335B6ABAD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5D0E56-1D1E-EBBE-F929-1B09FE4E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F62E35C-C150-2C04-E7DD-C5FF785B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Franja horaria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ED1BB48-8702-8497-5F20-4BBD17BE600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26C291-17C2-D955-67E3-32B39461C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4FADF7-DE06-A7F7-10F3-8871DFF08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49463" cy="461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4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C2F94BA-68DF-F4DA-CFEC-F920CA1D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Particionado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99AA6D15-B09E-34A3-42F8-4B703673FE2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646AB15-E8C3-8F2E-F1B2-A97EF0183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Utilizaremos todo el disco que hayamos reservado en la generación de la máquina virtual. Dejaremos todas las opciones por defecto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0EF8DC-DA0E-359B-B3C4-B9B6F2E7A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99739" cy="464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2DAC1-CF12-CF59-E4EC-2C2E5D0F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F06000-7FF3-A9C5-F6F7-AA631DF3D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80098C-DE10-AAA0-1324-8E75B9A3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1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F1200-0AD8-248C-13EF-24B4E8DD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87BAE2-AC63-C433-DB54-1D7CE4948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D05953-F6B6-2430-E155-F34818D2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78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25C0B-8185-34AF-61A5-9E7C4CD0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EFA833-87B9-5523-FEC9-76A1CE82F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E5A39F-DADC-B3B8-C3F3-07584D40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4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5FD3625-F5D5-4875-CF31-CCABBF32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Confirmar los cambios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56C308B5-BAB5-C6AC-198E-F51BF8D623A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D53BFC0-5B21-FE51-AF3E-BB1D6458A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Ya que son irreversibles, y el contenido del disco será eliminado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DB550C-F599-8450-EBB8-C0D05FDA7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87169" cy="464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92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18F7E-8793-FE11-D4B1-86EF8CED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gestión de paquetes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E45218-8712-4871-C906-B095FDC4294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C38C09-D1BE-D8AA-6401-9AF0C597D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Marcamos NO en analizar medios de instalación adicionales.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Marcaremos si en utilizar una réplica de red (para que luego podamos añadir paquetes, o actualizar los que venían en la ISO)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EFFE0D-0F49-9604-88D4-91E36583D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69321" cy="46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7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C6CC2-124E-EDB8-A4A5-7DEB5850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4EAC6B-CEAD-F030-3927-13B55C2B262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1F2DC2-9500-BFB1-406E-C87863FDA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6C313E-8BA7-D4EA-1F6C-42967243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97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BF489-AF29-AB0C-F48D-43FA5F13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la réplica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1CCB71-B115-6889-66F1-53B15B9055A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830C12-36DF-BCDE-6235-B8D40EDFB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 elegimos España nos ofrecerá réplicas más cercanas y seguramente más rápidas para nuestro sistema Linux.</a:t>
            </a:r>
          </a:p>
          <a:p>
            <a:r>
              <a:rPr lang="es-ES" dirty="0"/>
              <a:t>Luego elegiremos la replica deb.debian.org</a:t>
            </a:r>
          </a:p>
          <a:p>
            <a:r>
              <a:rPr lang="es-ES" dirty="0"/>
              <a:t>No necesitamos proxy de red, por lo que en su momento dejaremos el contenido en blanco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85AC68B-3726-0B23-BB82-50BD51EB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266857" cy="470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12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997E1-C56B-37B6-0B3D-AC235AB2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5AF4D6-AFF4-2613-1CDA-891D9FCE1C1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AB9D0F-E97F-38C5-75E1-A610ABE4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FA42B0-34EF-3368-5A74-D6BB24B21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63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B49EF-2607-350A-C603-2AB47CA3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BB0F08-33E0-A34B-44C0-00DBAC3EFF3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3A99AF-0EFA-49EC-DDE0-B9F8552B8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AAFE1F-5914-DC08-5741-B35E7EDB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20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CA90C-FCFA-ABFA-7143-27741DE8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Envío de estadísticas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6855C8-30F3-F749-D20B-F25BA967D0F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92FBD6-308F-435E-4F20-4AC165EBC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Marcar No, aunque ya indica que más adelante podríamos cambiar la configuración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C71671-FF24-F6A0-78FE-66004557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279049" cy="470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28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2AFE3-B3AB-FF8F-1909-8C2FE3DE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de programas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8CE165-7BEB-B903-EB7B-0A21F0548E2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65383-B563-9C73-9EA6-47EB166AD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Dejamos las que aparecen por defecto. Nosotros instalaremos a mano los paquetes extra que vayamos necesitando.</a:t>
            </a:r>
          </a:p>
          <a:p>
            <a:r>
              <a:rPr lang="es-ES" dirty="0" err="1"/>
              <a:t>Gnome</a:t>
            </a:r>
            <a:r>
              <a:rPr lang="es-ES" dirty="0"/>
              <a:t> es el escritorio por defecto. Lo mantenemos.</a:t>
            </a:r>
          </a:p>
          <a:p>
            <a:r>
              <a:rPr lang="es-ES" dirty="0"/>
              <a:t>NOTA: Los servidores en producción no suelen tener entorno de escritorio gráfico. De momento para nuestro primer servidor esto es admisible.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1EF05C8-97AE-F118-AAF3-4DFF1CB4A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230281" cy="467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87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008FA-2CF8-EAB0-42A0-962ED55D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Arranque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ACE3C5-E053-2D20-DF70-28F93BFC368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03526A-A029-F49D-0C36-0E8B3DF46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Instalaremos el arranque en la partición correcta (en la única posible, si se siguen las instrucciones)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4F7033-0269-50F5-16F6-91DA8FABD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99739" cy="464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91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8F35B-58D6-82B0-0CD7-DB18E2CF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4646024-A3CA-FE89-A21C-74A8D6D84EE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66FC72-AC4A-AEA8-3682-9975DE2C5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6BB9BD-B6E2-70D7-1100-6035EE2F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18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DF9E8-BE9F-CB97-BE2B-98ADFB4C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 de la instalación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3E8905-A597-AFE0-66F1-D4FD862DFFD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EB0220-F67F-B191-D999-67BC036CC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Antes de volver a arrancar la máquina hay que desmontar la </a:t>
            </a:r>
            <a:r>
              <a:rPr lang="es-ES" dirty="0" err="1"/>
              <a:t>imágen</a:t>
            </a:r>
            <a:r>
              <a:rPr lang="es-ES" dirty="0"/>
              <a:t> de instalación.</a:t>
            </a:r>
          </a:p>
          <a:p>
            <a:r>
              <a:rPr lang="es-ES" dirty="0"/>
              <a:t>Según sea el gestor de máquinas virtuales es posible que él mismo expulse el medio de instalación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C8AAA2-AB45-9BB5-FA80-F8AC4B04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60247"/>
            <a:ext cx="6169024" cy="462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64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04FF854-0965-406F-90BB-75D306F4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Virtualización anidada en </a:t>
            </a:r>
            <a:r>
              <a:rPr lang="es-ES" dirty="0" err="1"/>
              <a:t>Virtualbox</a:t>
            </a:r>
            <a:endParaRPr lang="es-ES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2DE97CD-CB11-85FB-DB3F-48EF94E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Con la máquina parada:</a:t>
            </a:r>
          </a:p>
          <a:p>
            <a:pPr lvl="1"/>
            <a:r>
              <a:rPr lang="es-ES" dirty="0"/>
              <a:t>Procesadores AMD. Se puede activar desde </a:t>
            </a:r>
            <a:r>
              <a:rPr lang="es-ES" dirty="0" err="1"/>
              <a:t>Virtualbox</a:t>
            </a:r>
            <a:endParaRPr lang="es-ES" dirty="0"/>
          </a:p>
          <a:p>
            <a:pPr lvl="1"/>
            <a:r>
              <a:rPr lang="es-ES" dirty="0"/>
              <a:t>En Intel podemos hacerlo por consola (el comando sirve para Windows y Linux)</a:t>
            </a:r>
          </a:p>
          <a:p>
            <a:pPr lvl="2"/>
            <a:r>
              <a:rPr lang="es-ES" dirty="0"/>
              <a:t>$ </a:t>
            </a:r>
            <a:r>
              <a:rPr lang="es-ES" dirty="0" err="1"/>
              <a:t>vboxmanage</a:t>
            </a:r>
            <a:r>
              <a:rPr lang="es-ES" dirty="0"/>
              <a:t> </a:t>
            </a:r>
            <a:r>
              <a:rPr lang="es-ES" dirty="0" err="1"/>
              <a:t>list</a:t>
            </a:r>
            <a:r>
              <a:rPr lang="es-ES" dirty="0"/>
              <a:t> </a:t>
            </a:r>
            <a:r>
              <a:rPr lang="es-ES" dirty="0" err="1"/>
              <a:t>vms</a:t>
            </a:r>
            <a:r>
              <a:rPr lang="es-ES" dirty="0"/>
              <a:t> </a:t>
            </a:r>
          </a:p>
          <a:p>
            <a:pPr lvl="2"/>
            <a:r>
              <a:rPr lang="es-ES" dirty="0"/>
              <a:t>$ </a:t>
            </a:r>
            <a:r>
              <a:rPr lang="es-ES" dirty="0" err="1"/>
              <a:t>VBoxManage</a:t>
            </a:r>
            <a:r>
              <a:rPr lang="es-ES" dirty="0"/>
              <a:t> </a:t>
            </a:r>
            <a:r>
              <a:rPr lang="es-ES" dirty="0" err="1"/>
              <a:t>modifyvm</a:t>
            </a:r>
            <a:r>
              <a:rPr lang="es-ES" dirty="0"/>
              <a:t> “nombre máquina" --</a:t>
            </a:r>
            <a:r>
              <a:rPr lang="es-ES" dirty="0" err="1"/>
              <a:t>nested-hw-virt</a:t>
            </a:r>
            <a:r>
              <a:rPr lang="es-ES" dirty="0"/>
              <a:t> </a:t>
            </a:r>
            <a:r>
              <a:rPr lang="es-ES" dirty="0" err="1"/>
              <a:t>on</a:t>
            </a: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341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438</Words>
  <Application>Microsoft Office PowerPoint</Application>
  <PresentationFormat>Panorámica</PresentationFormat>
  <Paragraphs>42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de Office</vt:lpstr>
      <vt:lpstr>Pasos instalación gráfica Debian</vt:lpstr>
      <vt:lpstr>Optamos por la instalación gráfica</vt:lpstr>
      <vt:lpstr>Selección de idioma, ubicación y distribución de teclado</vt:lpstr>
      <vt:lpstr>Presentación de PowerPoint</vt:lpstr>
      <vt:lpstr>Presentación de PowerPoint</vt:lpstr>
      <vt:lpstr>Configuración de nombre de máquina y red</vt:lpstr>
      <vt:lpstr>Presentación de PowerPoint</vt:lpstr>
      <vt:lpstr>Generación de usuarios</vt:lpstr>
      <vt:lpstr>Presentación de PowerPoint</vt:lpstr>
      <vt:lpstr>Presentación de PowerPoint</vt:lpstr>
      <vt:lpstr>Franja horaria</vt:lpstr>
      <vt:lpstr>Particionado</vt:lpstr>
      <vt:lpstr>Presentación de PowerPoint</vt:lpstr>
      <vt:lpstr>Presentación de PowerPoint</vt:lpstr>
      <vt:lpstr>Presentación de PowerPoint</vt:lpstr>
      <vt:lpstr>Confirmar los cambios</vt:lpstr>
      <vt:lpstr>Configuración de gestión de paquetes</vt:lpstr>
      <vt:lpstr>Presentación de PowerPoint</vt:lpstr>
      <vt:lpstr>Configuración de la réplica</vt:lpstr>
      <vt:lpstr>Presentación de PowerPoint</vt:lpstr>
      <vt:lpstr>Presentación de PowerPoint</vt:lpstr>
      <vt:lpstr>Envío de estadísticas</vt:lpstr>
      <vt:lpstr>Selección de programas</vt:lpstr>
      <vt:lpstr>Arranque</vt:lpstr>
      <vt:lpstr>Presentación de PowerPoint</vt:lpstr>
      <vt:lpstr>Fin de la instalación</vt:lpstr>
      <vt:lpstr>Virtualización anidada en Virtualbox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HUESO PASTOR, FRANCISCO ALFONSO</dc:creator>
  <cp:lastModifiedBy>HUESO PASTOR, FRANCISCO ALFONSO</cp:lastModifiedBy>
  <cp:revision>1</cp:revision>
  <dcterms:created xsi:type="dcterms:W3CDTF">2024-09-19T19:28:25Z</dcterms:created>
  <dcterms:modified xsi:type="dcterms:W3CDTF">2024-09-19T20:01:59Z</dcterms:modified>
</cp:coreProperties>
</file>