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E2914-1E3C-6E1C-8BEF-29A02E4A1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25787C-DC24-6FFA-161C-0FF19A3A0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E879C3-E631-D85D-0935-E545674C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55C608-AA6D-9903-D283-03573BF7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6E6652-EEB8-3F67-F317-4725C982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765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37E7C-A809-EE55-842F-62DB278A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AA040B-B4B1-EED8-734A-F2E76A12F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ACDFD3-6369-879B-D5DF-6A5F0AEF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E1FC2-E5EC-D266-30CB-AE8FE9DC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7C1887-2B3E-C061-A895-B2BA8708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08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5188B-F2BB-ADCE-9F3E-7ACB8E86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A2C937-60B3-443F-01C3-8B0EDFCBB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F699E-CFBF-68CB-26AB-2B033F48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D2CC4-11C8-90FD-A84F-D1D1B8BA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4CA682-E888-8E3F-43F6-9A051423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61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BBDA3-FA89-D744-E9D6-93942126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3F7E0C-ACE6-BB37-F369-B396620B3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E5D4DE-AE94-4790-5819-527DA3CCE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D2E59C-E442-F970-3120-4196F4C6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56D225-EFD9-A931-BA2E-2F596A3A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7C930-FE13-C12C-4354-0E6D864E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2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459F6-1223-0DC0-1552-4EDB5662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7DD5F8-5541-3783-4DC7-F2021E765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084B77-7C07-53E9-9871-932174D79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FA9B1E-37D4-993F-977A-1E04FB24A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D14B32-1FBD-6DE1-0F17-FDAD8E3FA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F51D9E-5800-72CC-2FEE-C0045940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0BD77E-7069-651D-5CDF-6514F5ED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C3CB18-B082-0BDD-5C1D-EFB80DE6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30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C5BDB-3C30-618C-AB5D-C18C4344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7DF78B-45B2-E00F-A8F5-85044237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9F2ECE-7F2C-3D54-CBBF-F0061792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F97B12-6290-E27C-CBD6-8E797EEE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7627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B2F90C-C417-E005-ACA8-5080AC8C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34B4FA-1EAE-A9F7-1A57-3783C76A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58B246-730D-D5C1-7167-27DD4916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660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D253-4E0E-6C9A-8F28-C9D78643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D40E5-1C33-B3EC-61C5-898D5B8E2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6FBD72-A137-F7BB-3F32-D09590617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F45C34-B031-82CE-44A1-8E0FAE46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ACA9BE-36A9-A8AF-10F5-5C63F309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B82D30-EEA1-C342-C248-C2605245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8542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8F96D-0108-5DC9-9EA4-74F292C2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D14423-6BD9-BC5F-568D-0E375CF88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E19C2D-6720-82AC-9353-4FA08AB94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73154F-2811-F098-7992-0294A018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D36936-465E-DFCB-77B1-F40005EC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6E5FB6-6742-02E4-62AF-0C1D41F3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760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31A4F-0B57-337D-B642-0855A8B4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2002B1-6F90-7ABA-622C-C2782950E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E1D03-5B87-8161-B8DA-34D651D8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D3D327-3998-31FE-8E33-9760EF43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0A6A92-6DA4-80D3-7E0D-9537A6D2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536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74B9A2-2464-611C-52BC-79E425121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F8C480-30C8-957E-E605-7AC2E9B7B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D3FEC9-6C6E-7B44-3D28-D05949BF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1FF66B-51FF-AF0D-C3AE-B7761C96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1535A9-CE66-D85C-65CF-3924D7DD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885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4D9B70-8B30-8D7B-BE21-5B0F3DD5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CE091E-6197-FF8E-1C58-E06D2E5C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71866B-C50A-632C-7598-848A727D7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94DC8-5E1D-4CD5-880F-2341D1E91756}" type="datetimeFigureOut">
              <a:rPr lang="es-ES" smtClean="0"/>
              <a:t>19/09/2024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DC4C3-269D-5FF7-34BE-0DE465018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49C1DE-63F5-5E24-42DE-AF8143BE5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EC0A0-D18F-4C3A-932B-49B6359000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661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B046F-D4CB-11ED-E891-AD474763C8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3C59E6-1A2C-CDD3-C422-1EEB109378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9AE173-4BA3-BE71-44A6-CAFCC290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9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D8A68-EBF3-7CEE-D85A-8E83C451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DF2E782-D653-E216-2F63-1996374AB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8244" y="1825625"/>
            <a:ext cx="8095512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EC89D3-B763-7437-7BEE-2D2B8566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8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2D7C0-8B93-E12F-A6DF-91BFD6F3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6E31D3-9F50-C5B2-3C29-E2CFE19E8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904137-4638-B518-3CCB-41F0592B3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00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HUESO PASTOR, FRANCISCO ALFONSO</dc:creator>
  <cp:lastModifiedBy>HUESO PASTOR, FRANCISCO ALFONSO</cp:lastModifiedBy>
  <cp:revision>1</cp:revision>
  <dcterms:created xsi:type="dcterms:W3CDTF">2024-09-19T20:08:07Z</dcterms:created>
  <dcterms:modified xsi:type="dcterms:W3CDTF">2024-09-19T20:12:15Z</dcterms:modified>
</cp:coreProperties>
</file>